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6a400b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6a400b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6a400b62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6a400b6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ee444755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ee44475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d6a400b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d6a400b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6a400b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d6a400b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d6a400b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d6a400b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d6a400b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d6a400b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6a400b62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d6a400b62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d6a400b62_4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d6a400b62_4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6a400b62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d6a400b62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d6a400b6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d6a400b6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d6a400b62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d6a400b62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Phishing Awareness Training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5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CodeAlpha Cyber Security Internship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Presented By: Ala Sailaja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320"/>
              <a:t>What is Phishing? </a:t>
            </a:r>
            <a:endParaRPr sz="40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Phishing is a cyberattack used to steal sensitive information.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Attackers pretend to be trusted organizations.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Victims are tricked into revealing passwords, OTPs, and banking details.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Phishing attacks often arrive through email, SMS, or fake websites.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900" y="2840125"/>
            <a:ext cx="6050275" cy="230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Phishing 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Email Phishing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Spear Phishing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Whaling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Smishing (SMS Phishing)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Vishing (Voice Phishing)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Phishing Works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Attacker creates a fake message.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Victim receives email or SMS.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Victim clicks malicious link.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Fake website requests credentials.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Attacker steals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</a:t>
            </a:r>
            <a:r>
              <a:rPr lang="en-GB"/>
              <a:t>Signs of a Phishing Email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Unknown sender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Urgent messages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Grammar mistakes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Suspicious attachments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Unexpected login requests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Fake links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875" y="2571750"/>
            <a:ext cx="5130625" cy="241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1475" y="1380975"/>
            <a:ext cx="5372525" cy="36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-GB" sz="2300"/>
              <a:t>                            Fake Website Indicators</a:t>
            </a:r>
            <a:endParaRPr b="1" sz="2300"/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Misspelled URLs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No HTTPS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Poor website design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Pop-up login requests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Unusual payment requests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www.amazon-security-login.com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3650" y="1549925"/>
            <a:ext cx="4918649" cy="2642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Social Engineering Techniques 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0" y="1285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Authority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Fear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Urgency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Curiosity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Trust Exploitation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Attackers manipulate human psychology to steal information.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250" y="1285500"/>
            <a:ext cx="5971199" cy="175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Example 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</a:rPr>
              <a:t>Bank Account Suspension Scam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User receives fake bank email.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Email asks for account verification.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Victim clicks link and enters credentials.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Attacker gains access to the account.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Prevention Tips 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Verify sender identity.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Enable Multi-Factor Authentication (MFA).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Avoid clicking unknown links.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strong passwords.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Keep software updated.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antivirus protection.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175" y="4340975"/>
            <a:ext cx="359575" cy="3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325" y="1152475"/>
            <a:ext cx="4136974" cy="364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To Do If You Suspect Phishing 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Do not click links.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Do not download attachments.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Report the email.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Change passwords immediately.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Scan your device.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Inform the IT department.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5600" y="1381550"/>
            <a:ext cx="4636625" cy="302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Quiz 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Question 1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What is phishing?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Question 2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Name two types of phishing.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Question 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What does HTTPS indicate?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Question 4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Should you share OTPs with anyone?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Answer: </a:t>
            </a:r>
            <a:r>
              <a:rPr b="1" lang="en-GB" sz="1100">
                <a:solidFill>
                  <a:schemeClr val="dk1"/>
                </a:solidFill>
              </a:rPr>
              <a:t>No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Phishing remains one of the most common cyber threats.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Awareness helps prevent attacks.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Always verify before trusting online communications.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Stay alert and practice safe browsing habits.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References 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OWASP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NIST Cybersecurity Framework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CISA Cybersecurity Resources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Microsoft Security Blog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/>
              <a:t>Google Security Center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